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oppins Semi-Bold" charset="1" panose="00000700000000000000"/>
      <p:regular r:id="rId22"/>
    </p:embeddedFont>
    <p:embeddedFont>
      <p:font typeface="Poppins" charset="1" panose="00000500000000000000"/>
      <p:regular r:id="rId23"/>
    </p:embeddedFont>
    <p:embeddedFont>
      <p:font typeface="Canva Sans" charset="1" panose="020B0503030501040103"/>
      <p:regular r:id="rId24"/>
    </p:embeddedFont>
    <p:embeddedFont>
      <p:font typeface="Canva Sans Bold" charset="1" panose="020B0803030501040103"/>
      <p:regular r:id="rId25"/>
    </p:embeddedFont>
    <p:embeddedFont>
      <p:font typeface="Poppins Bold" charset="1" panose="000008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793400" y="-712357"/>
            <a:ext cx="22453902" cy="11711713"/>
            <a:chOff x="0" y="0"/>
            <a:chExt cx="5913785" cy="3084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571132" y="6449964"/>
            <a:ext cx="6983181" cy="669188"/>
            <a:chOff x="0" y="0"/>
            <a:chExt cx="1839192" cy="1762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39192" cy="176247"/>
            </a:xfrm>
            <a:custGeom>
              <a:avLst/>
              <a:gdLst/>
              <a:ahLst/>
              <a:cxnLst/>
              <a:rect r="r" b="b" t="t" l="l"/>
              <a:pathLst>
                <a:path h="176247" w="1839192">
                  <a:moveTo>
                    <a:pt x="0" y="0"/>
                  </a:moveTo>
                  <a:lnTo>
                    <a:pt x="1839192" y="0"/>
                  </a:lnTo>
                  <a:lnTo>
                    <a:pt x="1839192" y="176247"/>
                  </a:lnTo>
                  <a:lnTo>
                    <a:pt x="0" y="176247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39192" cy="214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610563" y="3491698"/>
            <a:ext cx="13066873" cy="303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b="true" sz="12998" spc="-701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PROJECT PRESENTATION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35017" y="6562438"/>
            <a:ext cx="6617965" cy="48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PRESENTED BY JESWIN THOMAS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0660" y="1238011"/>
            <a:ext cx="2309253" cy="230925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115296" y="1186401"/>
            <a:ext cx="2423748" cy="242374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11955" y="1180764"/>
            <a:ext cx="2431741" cy="2429385"/>
            <a:chOff x="0" y="0"/>
            <a:chExt cx="812800" cy="8120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012"/>
            </a:xfrm>
            <a:custGeom>
              <a:avLst/>
              <a:gdLst/>
              <a:ahLst/>
              <a:cxnLst/>
              <a:rect r="r" b="b" t="t" l="l"/>
              <a:pathLst>
                <a:path h="812012" w="812800">
                  <a:moveTo>
                    <a:pt x="406400" y="0"/>
                  </a:moveTo>
                  <a:cubicBezTo>
                    <a:pt x="181951" y="0"/>
                    <a:pt x="0" y="181775"/>
                    <a:pt x="0" y="406006"/>
                  </a:cubicBezTo>
                  <a:cubicBezTo>
                    <a:pt x="0" y="630237"/>
                    <a:pt x="181951" y="812012"/>
                    <a:pt x="406400" y="812012"/>
                  </a:cubicBezTo>
                  <a:cubicBezTo>
                    <a:pt x="630849" y="812012"/>
                    <a:pt x="812800" y="630237"/>
                    <a:pt x="812800" y="406006"/>
                  </a:cubicBezTo>
                  <a:cubicBezTo>
                    <a:pt x="812800" y="18177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8976"/>
              <a:ext cx="660400" cy="716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748137" y="5419694"/>
            <a:ext cx="2758212" cy="275821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72446" y="1028700"/>
            <a:ext cx="2513172" cy="251317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758660" y="5506575"/>
            <a:ext cx="2622935" cy="262293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907579" y="5565683"/>
            <a:ext cx="2631466" cy="263146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868424" y="6335250"/>
            <a:ext cx="2513172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correlation heatmap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35276" y="1857296"/>
            <a:ext cx="1500020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import libraries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455791" y="1866821"/>
            <a:ext cx="1440580" cy="789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upload dataset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2082" y="1795990"/>
            <a:ext cx="1970322" cy="1112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5"/>
              </a:lnSpc>
            </a:pPr>
            <a:r>
              <a:rPr lang="en-US" sz="21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preprocessing and encoding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106837" y="1866821"/>
            <a:ext cx="2001253" cy="789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visualisation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64168" y="6227379"/>
            <a:ext cx="1926150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 training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025872" y="6372080"/>
            <a:ext cx="2513172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 evaluation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-95250"/>
            <a:ext cx="556688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BLOCK DIAGRAM</a:t>
            </a:r>
          </a:p>
        </p:txBody>
      </p:sp>
      <p:sp>
        <p:nvSpPr>
          <p:cNvPr name="AutoShape 31" id="31"/>
          <p:cNvSpPr/>
          <p:nvPr/>
        </p:nvSpPr>
        <p:spPr>
          <a:xfrm>
            <a:off x="3354635" y="2371169"/>
            <a:ext cx="1760661" cy="2710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32" id="32"/>
          <p:cNvSpPr/>
          <p:nvPr/>
        </p:nvSpPr>
        <p:spPr>
          <a:xfrm flipV="true">
            <a:off x="7539044" y="2395456"/>
            <a:ext cx="1372910" cy="281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33" id="33"/>
          <p:cNvSpPr/>
          <p:nvPr/>
        </p:nvSpPr>
        <p:spPr>
          <a:xfrm>
            <a:off x="11333290" y="2320837"/>
            <a:ext cx="1373051" cy="7180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34" id="34"/>
          <p:cNvSpPr/>
          <p:nvPr/>
        </p:nvSpPr>
        <p:spPr>
          <a:xfrm>
            <a:off x="14029032" y="3541872"/>
            <a:ext cx="41096" cy="196470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35" id="35"/>
          <p:cNvSpPr/>
          <p:nvPr/>
        </p:nvSpPr>
        <p:spPr>
          <a:xfrm flipV="true">
            <a:off x="11506349" y="6779750"/>
            <a:ext cx="1362075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36" id="36"/>
          <p:cNvSpPr/>
          <p:nvPr/>
        </p:nvSpPr>
        <p:spPr>
          <a:xfrm>
            <a:off x="7539044" y="6779750"/>
            <a:ext cx="1209093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879711"/>
            <a:ext cx="16042720" cy="3589559"/>
          </a:xfrm>
          <a:custGeom>
            <a:avLst/>
            <a:gdLst/>
            <a:ahLst/>
            <a:cxnLst/>
            <a:rect r="r" b="b" t="t" l="l"/>
            <a:pathLst>
              <a:path h="3589559" w="16042720">
                <a:moveTo>
                  <a:pt x="0" y="0"/>
                </a:moveTo>
                <a:lnTo>
                  <a:pt x="16042720" y="0"/>
                </a:lnTo>
                <a:lnTo>
                  <a:pt x="16042720" y="3589559"/>
                </a:lnTo>
                <a:lnTo>
                  <a:pt x="0" y="35895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23925"/>
            <a:ext cx="10595694" cy="96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8"/>
              </a:lnSpc>
            </a:pPr>
            <a:r>
              <a:rPr lang="en-US" sz="563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 LIBRARIES AND READ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9979" y="3147509"/>
            <a:ext cx="16683679" cy="855039"/>
          </a:xfrm>
          <a:custGeom>
            <a:avLst/>
            <a:gdLst/>
            <a:ahLst/>
            <a:cxnLst/>
            <a:rect r="r" b="b" t="t" l="l"/>
            <a:pathLst>
              <a:path h="855039" w="16683679">
                <a:moveTo>
                  <a:pt x="0" y="0"/>
                </a:moveTo>
                <a:lnTo>
                  <a:pt x="16683679" y="0"/>
                </a:lnTo>
                <a:lnTo>
                  <a:pt x="16683679" y="855038"/>
                </a:lnTo>
                <a:lnTo>
                  <a:pt x="0" y="855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9979" y="4426839"/>
            <a:ext cx="16515907" cy="4232201"/>
          </a:xfrm>
          <a:custGeom>
            <a:avLst/>
            <a:gdLst/>
            <a:ahLst/>
            <a:cxnLst/>
            <a:rect r="r" b="b" t="t" l="l"/>
            <a:pathLst>
              <a:path h="4232201" w="16515907">
                <a:moveTo>
                  <a:pt x="0" y="0"/>
                </a:moveTo>
                <a:lnTo>
                  <a:pt x="16515907" y="0"/>
                </a:lnTo>
                <a:lnTo>
                  <a:pt x="16515907" y="4232201"/>
                </a:lnTo>
                <a:lnTo>
                  <a:pt x="0" y="42322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95350"/>
            <a:ext cx="7962764" cy="1157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14"/>
              </a:lnSpc>
            </a:pPr>
            <a:r>
              <a:rPr lang="en-US" sz="672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READ DATASET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294121"/>
            <a:ext cx="16715110" cy="3740006"/>
          </a:xfrm>
          <a:custGeom>
            <a:avLst/>
            <a:gdLst/>
            <a:ahLst/>
            <a:cxnLst/>
            <a:rect r="r" b="b" t="t" l="l"/>
            <a:pathLst>
              <a:path h="3740006" w="16715110">
                <a:moveTo>
                  <a:pt x="0" y="0"/>
                </a:moveTo>
                <a:lnTo>
                  <a:pt x="16715110" y="0"/>
                </a:lnTo>
                <a:lnTo>
                  <a:pt x="16715110" y="3740006"/>
                </a:lnTo>
                <a:lnTo>
                  <a:pt x="0" y="3740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95350"/>
            <a:ext cx="9198382" cy="111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1"/>
              </a:lnSpc>
            </a:pPr>
            <a:r>
              <a:rPr lang="en-US" sz="642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PREPROCESSING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831050"/>
            <a:ext cx="12373434" cy="5490711"/>
          </a:xfrm>
          <a:custGeom>
            <a:avLst/>
            <a:gdLst/>
            <a:ahLst/>
            <a:cxnLst/>
            <a:rect r="r" b="b" t="t" l="l"/>
            <a:pathLst>
              <a:path h="5490711" w="12373434">
                <a:moveTo>
                  <a:pt x="0" y="0"/>
                </a:moveTo>
                <a:lnTo>
                  <a:pt x="12373434" y="0"/>
                </a:lnTo>
                <a:lnTo>
                  <a:pt x="12373434" y="5490711"/>
                </a:lnTo>
                <a:lnTo>
                  <a:pt x="0" y="54907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6892537" cy="1116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29"/>
              </a:lnSpc>
            </a:pPr>
            <a:r>
              <a:rPr lang="en-US" sz="652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ENCODING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7547" y="2809592"/>
            <a:ext cx="11301259" cy="1596303"/>
          </a:xfrm>
          <a:custGeom>
            <a:avLst/>
            <a:gdLst/>
            <a:ahLst/>
            <a:cxnLst/>
            <a:rect r="r" b="b" t="t" l="l"/>
            <a:pathLst>
              <a:path h="1596303" w="11301259">
                <a:moveTo>
                  <a:pt x="0" y="0"/>
                </a:moveTo>
                <a:lnTo>
                  <a:pt x="11301259" y="0"/>
                </a:lnTo>
                <a:lnTo>
                  <a:pt x="11301259" y="1596303"/>
                </a:lnTo>
                <a:lnTo>
                  <a:pt x="0" y="15963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7547" y="4405895"/>
            <a:ext cx="2745837" cy="5834320"/>
          </a:xfrm>
          <a:custGeom>
            <a:avLst/>
            <a:gdLst/>
            <a:ahLst/>
            <a:cxnLst/>
            <a:rect r="r" b="b" t="t" l="l"/>
            <a:pathLst>
              <a:path h="5834320" w="2745837">
                <a:moveTo>
                  <a:pt x="0" y="0"/>
                </a:moveTo>
                <a:lnTo>
                  <a:pt x="2745836" y="0"/>
                </a:lnTo>
                <a:lnTo>
                  <a:pt x="2745836" y="5834320"/>
                </a:lnTo>
                <a:lnTo>
                  <a:pt x="0" y="58343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368" r="0" b="-136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14400"/>
            <a:ext cx="12918638" cy="1035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sz="60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MISSING VALUES IN THE DATASET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44045"/>
            <a:ext cx="11693877" cy="3286096"/>
          </a:xfrm>
          <a:custGeom>
            <a:avLst/>
            <a:gdLst/>
            <a:ahLst/>
            <a:cxnLst/>
            <a:rect r="r" b="b" t="t" l="l"/>
            <a:pathLst>
              <a:path h="3286096" w="11693877">
                <a:moveTo>
                  <a:pt x="0" y="0"/>
                </a:moveTo>
                <a:lnTo>
                  <a:pt x="11693877" y="0"/>
                </a:lnTo>
                <a:lnTo>
                  <a:pt x="11693877" y="3286096"/>
                </a:lnTo>
                <a:lnTo>
                  <a:pt x="0" y="32860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966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7547" y="5758741"/>
            <a:ext cx="11545030" cy="4393364"/>
          </a:xfrm>
          <a:custGeom>
            <a:avLst/>
            <a:gdLst/>
            <a:ahLst/>
            <a:cxnLst/>
            <a:rect r="r" b="b" t="t" l="l"/>
            <a:pathLst>
              <a:path h="4393364" w="11545030">
                <a:moveTo>
                  <a:pt x="0" y="0"/>
                </a:moveTo>
                <a:lnTo>
                  <a:pt x="11545030" y="0"/>
                </a:lnTo>
                <a:lnTo>
                  <a:pt x="11545030" y="4393364"/>
                </a:lnTo>
                <a:lnTo>
                  <a:pt x="0" y="4393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19" r="-3800" b="-301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04875"/>
            <a:ext cx="6342828" cy="1114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4"/>
              </a:lnSpc>
            </a:pPr>
            <a:r>
              <a:rPr lang="en-US" sz="650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VISUALISATION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380589"/>
            <a:ext cx="7178292" cy="2006919"/>
          </a:xfrm>
          <a:custGeom>
            <a:avLst/>
            <a:gdLst/>
            <a:ahLst/>
            <a:cxnLst/>
            <a:rect r="r" b="b" t="t" l="l"/>
            <a:pathLst>
              <a:path h="2006919" w="7178292">
                <a:moveTo>
                  <a:pt x="0" y="0"/>
                </a:moveTo>
                <a:lnTo>
                  <a:pt x="7178292" y="0"/>
                </a:lnTo>
                <a:lnTo>
                  <a:pt x="7178292" y="2006919"/>
                </a:lnTo>
                <a:lnTo>
                  <a:pt x="0" y="20069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792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387508"/>
            <a:ext cx="7178292" cy="6079669"/>
          </a:xfrm>
          <a:custGeom>
            <a:avLst/>
            <a:gdLst/>
            <a:ahLst/>
            <a:cxnLst/>
            <a:rect r="r" b="b" t="t" l="l"/>
            <a:pathLst>
              <a:path h="6079669" w="7178292">
                <a:moveTo>
                  <a:pt x="0" y="0"/>
                </a:moveTo>
                <a:lnTo>
                  <a:pt x="7178292" y="0"/>
                </a:lnTo>
                <a:lnTo>
                  <a:pt x="7178292" y="6079669"/>
                </a:lnTo>
                <a:lnTo>
                  <a:pt x="0" y="60796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33450"/>
            <a:ext cx="1346013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PLOT FOR GENDER AND MARTIAL STATUS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321526"/>
            <a:ext cx="9608224" cy="1860620"/>
          </a:xfrm>
          <a:custGeom>
            <a:avLst/>
            <a:gdLst/>
            <a:ahLst/>
            <a:cxnLst/>
            <a:rect r="r" b="b" t="t" l="l"/>
            <a:pathLst>
              <a:path h="1860620" w="9608224">
                <a:moveTo>
                  <a:pt x="0" y="0"/>
                </a:moveTo>
                <a:lnTo>
                  <a:pt x="9608224" y="0"/>
                </a:lnTo>
                <a:lnTo>
                  <a:pt x="9608224" y="1860620"/>
                </a:lnTo>
                <a:lnTo>
                  <a:pt x="0" y="186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2846" b="-262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344071"/>
            <a:ext cx="9608224" cy="5308544"/>
          </a:xfrm>
          <a:custGeom>
            <a:avLst/>
            <a:gdLst/>
            <a:ahLst/>
            <a:cxnLst/>
            <a:rect r="r" b="b" t="t" l="l"/>
            <a:pathLst>
              <a:path h="5308544" w="9608224">
                <a:moveTo>
                  <a:pt x="0" y="0"/>
                </a:moveTo>
                <a:lnTo>
                  <a:pt x="9608224" y="0"/>
                </a:lnTo>
                <a:lnTo>
                  <a:pt x="9608224" y="5308543"/>
                </a:lnTo>
                <a:lnTo>
                  <a:pt x="0" y="53085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04875"/>
            <a:ext cx="9875772" cy="109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91"/>
              </a:lnSpc>
            </a:pPr>
            <a:r>
              <a:rPr lang="en-US" sz="635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CORRELATION HEATMAP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154152"/>
            <a:ext cx="16000715" cy="5840261"/>
          </a:xfrm>
          <a:custGeom>
            <a:avLst/>
            <a:gdLst/>
            <a:ahLst/>
            <a:cxnLst/>
            <a:rect r="r" b="b" t="t" l="l"/>
            <a:pathLst>
              <a:path h="5840261" w="16000715">
                <a:moveTo>
                  <a:pt x="0" y="0"/>
                </a:moveTo>
                <a:lnTo>
                  <a:pt x="16000715" y="0"/>
                </a:lnTo>
                <a:lnTo>
                  <a:pt x="16000715" y="5840261"/>
                </a:lnTo>
                <a:lnTo>
                  <a:pt x="0" y="58402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14400"/>
            <a:ext cx="7774662" cy="105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9"/>
              </a:lnSpc>
            </a:pPr>
            <a:r>
              <a:rPr lang="en-US" sz="6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SPLITTING DATASET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376354"/>
            <a:ext cx="11837804" cy="7562654"/>
          </a:xfrm>
          <a:custGeom>
            <a:avLst/>
            <a:gdLst/>
            <a:ahLst/>
            <a:cxnLst/>
            <a:rect r="r" b="b" t="t" l="l"/>
            <a:pathLst>
              <a:path h="7562654" w="11837804">
                <a:moveTo>
                  <a:pt x="0" y="0"/>
                </a:moveTo>
                <a:lnTo>
                  <a:pt x="11837804" y="0"/>
                </a:lnTo>
                <a:lnTo>
                  <a:pt x="11837804" y="7562654"/>
                </a:lnTo>
                <a:lnTo>
                  <a:pt x="0" y="7562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9" r="0" b="-8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7160062" cy="1094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TRAINING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33331" y="1028700"/>
            <a:ext cx="7010669" cy="7853078"/>
          </a:xfrm>
          <a:custGeom>
            <a:avLst/>
            <a:gdLst/>
            <a:ahLst/>
            <a:cxnLst/>
            <a:rect r="r" b="b" t="t" l="l"/>
            <a:pathLst>
              <a:path h="7853078" w="7010669">
                <a:moveTo>
                  <a:pt x="0" y="0"/>
                </a:moveTo>
                <a:lnTo>
                  <a:pt x="7010669" y="0"/>
                </a:lnTo>
                <a:lnTo>
                  <a:pt x="7010669" y="7853078"/>
                </a:lnTo>
                <a:lnTo>
                  <a:pt x="0" y="78530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536" r="0" b="-3536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8264" y="2627550"/>
            <a:ext cx="11199228" cy="7377492"/>
          </a:xfrm>
          <a:custGeom>
            <a:avLst/>
            <a:gdLst/>
            <a:ahLst/>
            <a:cxnLst/>
            <a:rect r="r" b="b" t="t" l="l"/>
            <a:pathLst>
              <a:path h="7377492" w="11199228">
                <a:moveTo>
                  <a:pt x="0" y="0"/>
                </a:moveTo>
                <a:lnTo>
                  <a:pt x="11199228" y="0"/>
                </a:lnTo>
                <a:lnTo>
                  <a:pt x="11199228" y="7377491"/>
                </a:lnTo>
                <a:lnTo>
                  <a:pt x="0" y="7377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48264" y="904875"/>
            <a:ext cx="8197572" cy="1078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sz="62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EVALUATION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43675"/>
            <a:ext cx="6159621" cy="9210649"/>
          </a:xfrm>
          <a:custGeom>
            <a:avLst/>
            <a:gdLst/>
            <a:ahLst/>
            <a:cxnLst/>
            <a:rect r="r" b="b" t="t" l="l"/>
            <a:pathLst>
              <a:path h="9210649" w="6159621">
                <a:moveTo>
                  <a:pt x="0" y="0"/>
                </a:moveTo>
                <a:lnTo>
                  <a:pt x="6159621" y="0"/>
                </a:lnTo>
                <a:lnTo>
                  <a:pt x="6159621" y="9210648"/>
                </a:lnTo>
                <a:lnTo>
                  <a:pt x="0" y="9210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AAD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82017" y="3400568"/>
            <a:ext cx="11923966" cy="288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0"/>
              </a:lnSpc>
            </a:pPr>
            <a:r>
              <a:rPr lang="en-US" b="true" sz="12023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very much!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652409" y="6483944"/>
            <a:ext cx="6983181" cy="669188"/>
            <a:chOff x="0" y="0"/>
            <a:chExt cx="1839192" cy="1762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9192" cy="176247"/>
            </a:xfrm>
            <a:custGeom>
              <a:avLst/>
              <a:gdLst/>
              <a:ahLst/>
              <a:cxnLst/>
              <a:rect r="r" b="b" t="t" l="l"/>
              <a:pathLst>
                <a:path h="176247" w="1839192">
                  <a:moveTo>
                    <a:pt x="0" y="0"/>
                  </a:moveTo>
                  <a:lnTo>
                    <a:pt x="1839192" y="0"/>
                  </a:lnTo>
                  <a:lnTo>
                    <a:pt x="1839192" y="176247"/>
                  </a:lnTo>
                  <a:lnTo>
                    <a:pt x="0" y="176247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39192" cy="214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916295" y="6596419"/>
            <a:ext cx="6617965" cy="48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PRESENTED BY JESWIN THOMAS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DAGqbNhgpWk</dc:identifier>
  <dcterms:modified xsi:type="dcterms:W3CDTF">2011-08-01T06:04:30Z</dcterms:modified>
  <cp:revision>1</cp:revision>
  <dc:title>IMPORT LIBRARIES AND READ</dc:title>
</cp:coreProperties>
</file>