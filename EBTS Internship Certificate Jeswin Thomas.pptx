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Lora" pitchFamily="2" charset="0"/>
      <p:regular r:id="rId3"/>
    </p:embeddedFont>
    <p:embeddedFont>
      <p:font typeface="Lora Bold" charset="0"/>
      <p:regular r:id="rId4"/>
    </p:embeddedFont>
    <p:embeddedFont>
      <p:font typeface="Lucida Handwriting" panose="03010101010101010101" pitchFamily="66" charset="0"/>
      <p:regular r:id="rId5"/>
    </p:embeddedFont>
    <p:embeddedFont>
      <p:font typeface="The Season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9" d="100"/>
          <a:sy n="79" d="100"/>
        </p:scale>
        <p:origin x="111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756000"/>
            <a:ext cx="9180000" cy="6048000"/>
            <a:chOff x="0" y="0"/>
            <a:chExt cx="24439323" cy="161012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39322" cy="16101200"/>
            </a:xfrm>
            <a:custGeom>
              <a:avLst/>
              <a:gdLst/>
              <a:ahLst/>
              <a:cxnLst/>
              <a:rect l="l" t="t" r="r" b="b"/>
              <a:pathLst>
                <a:path w="24439322" h="16101200">
                  <a:moveTo>
                    <a:pt x="24439322" y="279400"/>
                  </a:moveTo>
                  <a:lnTo>
                    <a:pt x="24439322" y="0"/>
                  </a:lnTo>
                  <a:lnTo>
                    <a:pt x="0" y="0"/>
                  </a:lnTo>
                  <a:lnTo>
                    <a:pt x="0" y="16101200"/>
                  </a:lnTo>
                  <a:lnTo>
                    <a:pt x="24439322" y="16101200"/>
                  </a:lnTo>
                  <a:lnTo>
                    <a:pt x="24439322" y="279400"/>
                  </a:lnTo>
                  <a:close/>
                  <a:moveTo>
                    <a:pt x="24360583" y="279400"/>
                  </a:moveTo>
                  <a:lnTo>
                    <a:pt x="24360583" y="16022461"/>
                  </a:lnTo>
                  <a:lnTo>
                    <a:pt x="78740" y="16022461"/>
                  </a:lnTo>
                  <a:lnTo>
                    <a:pt x="78740" y="78740"/>
                  </a:lnTo>
                  <a:lnTo>
                    <a:pt x="24360583" y="78740"/>
                  </a:lnTo>
                  <a:lnTo>
                    <a:pt x="24360583" y="279400"/>
                  </a:lnTo>
                  <a:close/>
                </a:path>
              </a:pathLst>
            </a:custGeom>
            <a:solidFill>
              <a:srgbClr val="AFC1D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136308" y="3258346"/>
            <a:ext cx="8395472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2"/>
              </a:lnSpc>
            </a:pPr>
            <a:r>
              <a:rPr lang="en-US" sz="3200" dirty="0">
                <a:solidFill>
                  <a:srgbClr val="0B1320"/>
                </a:solidFill>
                <a:latin typeface="Lucida Handwriting" panose="03010101010101010101" pitchFamily="66" charset="0"/>
                <a:ea typeface="Anastasia Script"/>
                <a:cs typeface="Anastasia Script"/>
                <a:sym typeface="Anastasia Script"/>
              </a:rPr>
              <a:t>  JESWIN THOMAS</a:t>
            </a:r>
            <a:endParaRPr lang="en-US" sz="3200" dirty="0">
              <a:solidFill>
                <a:srgbClr val="0B1320"/>
              </a:solidFill>
              <a:latin typeface="Lucida Handwriting" panose="03010101010101010101" pitchFamily="66" charset="0"/>
              <a:sym typeface="Anastasia Script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302958" y="3778250"/>
            <a:ext cx="6040344" cy="0"/>
          </a:xfrm>
          <a:prstGeom prst="line">
            <a:avLst/>
          </a:prstGeom>
          <a:ln w="19050" cap="flat">
            <a:solidFill>
              <a:srgbClr val="AFC1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2222875" y="5951032"/>
            <a:ext cx="1656032" cy="0"/>
          </a:xfrm>
          <a:prstGeom prst="line">
            <a:avLst/>
          </a:prstGeom>
          <a:ln w="9525" cap="flat">
            <a:solidFill>
              <a:srgbClr val="AFC1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6706665" y="5934380"/>
            <a:ext cx="1656032" cy="0"/>
          </a:xfrm>
          <a:prstGeom prst="line">
            <a:avLst/>
          </a:prstGeom>
          <a:ln w="9525" cap="flat">
            <a:solidFill>
              <a:srgbClr val="AFC1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4549130" y="2407583"/>
            <a:ext cx="1569828" cy="143502"/>
          </a:xfrm>
          <a:custGeom>
            <a:avLst/>
            <a:gdLst/>
            <a:ahLst/>
            <a:cxnLst/>
            <a:rect l="l" t="t" r="r" b="b"/>
            <a:pathLst>
              <a:path w="1569828" h="143502">
                <a:moveTo>
                  <a:pt x="0" y="0"/>
                </a:moveTo>
                <a:lnTo>
                  <a:pt x="1569828" y="0"/>
                </a:lnTo>
                <a:lnTo>
                  <a:pt x="1569828" y="143502"/>
                </a:lnTo>
                <a:lnTo>
                  <a:pt x="0" y="143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711887" y="5506376"/>
            <a:ext cx="1276386" cy="1276386"/>
          </a:xfrm>
          <a:custGeom>
            <a:avLst/>
            <a:gdLst/>
            <a:ahLst/>
            <a:cxnLst/>
            <a:rect l="l" t="t" r="r" b="b"/>
            <a:pathLst>
              <a:path w="1276386" h="1276386">
                <a:moveTo>
                  <a:pt x="0" y="0"/>
                </a:moveTo>
                <a:lnTo>
                  <a:pt x="1276386" y="0"/>
                </a:lnTo>
                <a:lnTo>
                  <a:pt x="1276386" y="1276386"/>
                </a:lnTo>
                <a:lnTo>
                  <a:pt x="0" y="12763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706665" y="6156812"/>
            <a:ext cx="3986735" cy="1399688"/>
          </a:xfrm>
          <a:custGeom>
            <a:avLst/>
            <a:gdLst/>
            <a:ahLst/>
            <a:cxnLst/>
            <a:rect l="l" t="t" r="r" b="b"/>
            <a:pathLst>
              <a:path w="4227631" h="1593020">
                <a:moveTo>
                  <a:pt x="0" y="0"/>
                </a:moveTo>
                <a:lnTo>
                  <a:pt x="4227631" y="0"/>
                </a:lnTo>
                <a:lnTo>
                  <a:pt x="4227631" y="1593020"/>
                </a:lnTo>
                <a:lnTo>
                  <a:pt x="0" y="1593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-3" y="0"/>
            <a:ext cx="4213421" cy="1528868"/>
          </a:xfrm>
          <a:custGeom>
            <a:avLst/>
            <a:gdLst/>
            <a:ahLst/>
            <a:cxnLst/>
            <a:rect l="l" t="t" r="r" b="b"/>
            <a:pathLst>
              <a:path w="4516375" h="1701822">
                <a:moveTo>
                  <a:pt x="4516375" y="1701822"/>
                </a:moveTo>
                <a:lnTo>
                  <a:pt x="0" y="1701822"/>
                </a:lnTo>
                <a:lnTo>
                  <a:pt x="0" y="0"/>
                </a:lnTo>
                <a:lnTo>
                  <a:pt x="4516375" y="0"/>
                </a:lnTo>
                <a:lnTo>
                  <a:pt x="4516375" y="170182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938154" y="5667348"/>
            <a:ext cx="2225473" cy="271214"/>
          </a:xfrm>
          <a:custGeom>
            <a:avLst/>
            <a:gdLst/>
            <a:ahLst/>
            <a:cxnLst/>
            <a:rect l="l" t="t" r="r" b="b"/>
            <a:pathLst>
              <a:path w="2225473" h="271214">
                <a:moveTo>
                  <a:pt x="0" y="0"/>
                </a:moveTo>
                <a:lnTo>
                  <a:pt x="2225473" y="0"/>
                </a:lnTo>
                <a:lnTo>
                  <a:pt x="2225473" y="271214"/>
                </a:lnTo>
                <a:lnTo>
                  <a:pt x="0" y="2712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82834" y="1453730"/>
            <a:ext cx="6702421" cy="668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3200" dirty="0">
                <a:solidFill>
                  <a:srgbClr val="0B132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CERTIFICATE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6308" y="2770903"/>
            <a:ext cx="8395472" cy="23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0"/>
              </a:lnSpc>
            </a:pPr>
            <a:r>
              <a:rPr lang="en-US" sz="1492" spc="104" dirty="0">
                <a:solidFill>
                  <a:srgbClr val="0B1320"/>
                </a:solidFill>
                <a:latin typeface="Lora"/>
                <a:ea typeface="Lora"/>
                <a:cs typeface="Lora"/>
                <a:sym typeface="Lora"/>
              </a:rPr>
              <a:t>THIS IS TO CERTIFY THAT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9100" y="3922226"/>
            <a:ext cx="7673440" cy="1829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757"/>
              </a:lnSpc>
            </a:pPr>
            <a:r>
              <a:rPr lang="en-US" sz="1400" dirty="0">
                <a:solidFill>
                  <a:srgbClr val="0B1320"/>
                </a:solidFill>
                <a:latin typeface="Lora"/>
                <a:ea typeface="Lora"/>
                <a:cs typeface="Lora"/>
                <a:sym typeface="Lora"/>
              </a:rPr>
              <a:t>has successfully completed a Machine Learning project conducted by Enterprise Building Training Solutions during June 2025 and demonstrated Basic proficiency in Machine Learning during the internship. </a:t>
            </a:r>
          </a:p>
          <a:p>
            <a:pPr algn="just">
              <a:lnSpc>
                <a:spcPts val="1757"/>
              </a:lnSpc>
            </a:pPr>
            <a:endParaRPr lang="en-US" sz="1400" dirty="0">
              <a:solidFill>
                <a:srgbClr val="0B1320"/>
              </a:solidFill>
              <a:latin typeface="Lora"/>
              <a:ea typeface="Lora"/>
              <a:cs typeface="Lora"/>
              <a:sym typeface="Lora"/>
            </a:endParaRPr>
          </a:p>
          <a:p>
            <a:pPr algn="just">
              <a:lnSpc>
                <a:spcPts val="1757"/>
              </a:lnSpc>
            </a:pPr>
            <a:r>
              <a:rPr lang="en-US" sz="1400" dirty="0">
                <a:solidFill>
                  <a:srgbClr val="0B1320"/>
                </a:solidFill>
                <a:latin typeface="Lora"/>
                <a:ea typeface="Lora"/>
                <a:cs typeface="Lora"/>
                <a:sym typeface="Lora"/>
              </a:rPr>
              <a:t>During this period Jeswin Thomas showcased commendable technical skills and a proactive attitude to learning new concepts. The performance consistently met our expectations and the project was successfully completed on time. </a:t>
            </a:r>
            <a:endParaRPr lang="en-US" sz="1229" dirty="0">
              <a:solidFill>
                <a:srgbClr val="0B1320"/>
              </a:solidFill>
              <a:latin typeface="Lora"/>
              <a:ea typeface="Lora"/>
              <a:cs typeface="Lora"/>
              <a:sym typeface="Lora"/>
            </a:endParaRPr>
          </a:p>
          <a:p>
            <a:pPr algn="ctr">
              <a:lnSpc>
                <a:spcPts val="1757"/>
              </a:lnSpc>
            </a:pPr>
            <a:endParaRPr lang="en-US" sz="1229" dirty="0">
              <a:solidFill>
                <a:srgbClr val="0B132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222875" y="6319572"/>
            <a:ext cx="1656034" cy="14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3"/>
              </a:lnSpc>
            </a:pPr>
            <a:r>
              <a:rPr lang="en-US" sz="1053" spc="25" dirty="0">
                <a:solidFill>
                  <a:srgbClr val="0B1320"/>
                </a:solidFill>
                <a:latin typeface="Lora"/>
                <a:ea typeface="Lora"/>
                <a:cs typeface="Lora"/>
                <a:sym typeface="Lora"/>
              </a:rPr>
              <a:t>ADVISOR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88361" y="6104237"/>
            <a:ext cx="2325060" cy="15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"/>
              </a:lnSpc>
            </a:pPr>
            <a:r>
              <a:rPr lang="en-US" sz="1141" spc="27">
                <a:solidFill>
                  <a:srgbClr val="0B1320"/>
                </a:solidFill>
                <a:latin typeface="Lora Bold"/>
                <a:ea typeface="Lora Bold"/>
                <a:cs typeface="Lora Bold"/>
                <a:sym typeface="Lora Bold"/>
              </a:rPr>
              <a:t>AM Govind Kumar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06665" y="6319572"/>
            <a:ext cx="1656032" cy="14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1053"/>
              </a:lnSpc>
              <a:defRPr sz="1053" spc="25">
                <a:solidFill>
                  <a:srgbClr val="0B1320"/>
                </a:solidFill>
                <a:latin typeface="Lora"/>
                <a:ea typeface="Lora"/>
                <a:cs typeface="Lora"/>
              </a:defRPr>
            </a:lvl1pPr>
          </a:lstStyle>
          <a:p>
            <a:r>
              <a:rPr lang="en-US" dirty="0">
                <a:sym typeface="Lora"/>
              </a:rPr>
              <a:t>CEO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60195" y="6120918"/>
            <a:ext cx="2325060" cy="15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"/>
              </a:lnSpc>
            </a:pPr>
            <a:r>
              <a:rPr lang="en-US" sz="1141" spc="27" dirty="0">
                <a:solidFill>
                  <a:srgbClr val="0B1320"/>
                </a:solidFill>
                <a:latin typeface="Lora Bold"/>
                <a:ea typeface="Lora Bold"/>
                <a:cs typeface="Lora Bold"/>
                <a:sym typeface="Lora Bold"/>
              </a:rPr>
              <a:t>Arunjit Chowdhury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87947" y="868221"/>
            <a:ext cx="6702421" cy="668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3200" dirty="0">
                <a:solidFill>
                  <a:srgbClr val="0B132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INTERNSHIP</a:t>
            </a:r>
          </a:p>
        </p:txBody>
      </p:sp>
      <p:pic>
        <p:nvPicPr>
          <p:cNvPr id="21" name="Picture 20" descr="Logo">
            <a:extLst>
              <a:ext uri="{FF2B5EF4-FFF2-40B4-BE49-F238E27FC236}">
                <a16:creationId xmlns:a16="http://schemas.microsoft.com/office/drawing/2014/main" id="{0FD08691-041A-1324-0890-0C18ECBC071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100" y="45438"/>
            <a:ext cx="1388900" cy="689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861B075-77CE-914A-5B7A-1AAB5155A351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50000"/>
          </a:blip>
          <a:stretch>
            <a:fillRect/>
          </a:stretch>
        </p:blipFill>
        <p:spPr>
          <a:xfrm>
            <a:off x="6876797" y="5599084"/>
            <a:ext cx="1485900" cy="334645"/>
          </a:xfrm>
          <a:prstGeom prst="rect">
            <a:avLst/>
          </a:prstGeom>
          <a:solidFill>
            <a:sysClr val="windowText" lastClr="000000"/>
          </a:solidFill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77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The Seasons Bold</vt:lpstr>
      <vt:lpstr>Lucida Handwriting</vt:lpstr>
      <vt:lpstr>Lora</vt:lpstr>
      <vt:lpstr>Lora Bold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Certificate Of Achievement</dc:title>
  <dc:creator>Arunjit</dc:creator>
  <cp:lastModifiedBy>Surma Chowdhury</cp:lastModifiedBy>
  <cp:revision>51</cp:revision>
  <dcterms:created xsi:type="dcterms:W3CDTF">2006-08-16T00:00:00Z</dcterms:created>
  <dcterms:modified xsi:type="dcterms:W3CDTF">2025-07-02T02:27:16Z</dcterms:modified>
  <dc:identifier>DAGNDP1fEY4</dc:identifier>
</cp:coreProperties>
</file>